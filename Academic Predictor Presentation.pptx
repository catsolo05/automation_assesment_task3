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Multi-Subject Academic Predictor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t>Target student: Alex Anderson</a:t>
            </a:r>
          </a:p>
          <a:p>
            <a:r>
              <a:t>Missing subject: Software Engineering</a:t>
            </a:r>
          </a:p>
          <a:p>
            <a:r>
              <a:t>Objective: predict the missing final exam mark using existing subject scores.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Mathematical Justification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● Model: Linear regression with feature scaling (StandardScaler)</a:t>
            </a:r>
          </a:p>
          <a:p>
            <a:r>
              <a:t>● Libraries: pandas, numpy, scikit-learn, python-pptx</a:t>
            </a:r>
          </a:p>
          <a:p>
            <a:r>
              <a:t>● Justification: ML uses correlations among Maths, Physics, and Modern History to make a more rigorous prediction than a simple average.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Visual Proof of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● Final RMSE on test set: 4.96</a:t>
            </a:r>
          </a:p>
          <a:p>
            <a:r>
              <a:t>● 5-fold cross-validation RMSE: 3.45</a:t>
            </a:r>
          </a:p>
          <a:p>
            <a:r>
              <a:t>● Prediction for Alex Anderson: 85.8</a:t>
            </a:r>
          </a:p>
          <a:p>
            <a:r>
              <a:t>● Interpretation: Expected error ~±5 marks, which is acceptable for this predictive assessment.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System Architecture (OOP)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● AcademicPredictor class handles data loading, cleaning, training, evaluating, and predicting.</a:t>
            </a:r>
          </a:p>
          <a:p>
            <a:r>
              <a:t>● OOP gives modular, reusable structure and avoids global variables.</a:t>
            </a:r>
          </a:p>
          <a:p>
            <a:r>
              <a:t>● Encapsulation supports future subject extensions and easier debugging.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Ethical Safeguards &amp; Bias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● Privacy: Student_Name is anonymized to Student_ID and excluded from training.</a:t>
            </a:r>
          </a:p>
          <a:p>
            <a:r>
              <a:t>● Bias Audit: Compared performance groups for Physics and Modern History.</a:t>
            </a:r>
          </a:p>
          <a:p>
            <a:r>
              <a:t>● Result: No strong disparate impact was observed in the available dataset.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Final Verdict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● Predicted Software Engineering mark: 85.8</a:t>
            </a:r>
          </a:p>
          <a:p>
            <a:r>
              <a:t>● Expected error margin: ±5.0</a:t>
            </a:r>
          </a:p>
          <a:p>
            <a:r>
              <a:t>● The model is ready for submission with documented validation and ethical safeguards.</a:t>
            </a:r>
          </a:p>
          <a:p>
            <a:r>
              <a:t>● Questions: model selection, privacy, accuracy, or future improvements.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