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Multi-Subject</a:t>
            </a:r>
            <a:br/>
            <a:r>
              <a:t>Academic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defRPr sz="2400">
                <a:solidFill>
                  <a:srgbClr val="F0F0F0"/>
                </a:solidFill>
              </a:defRPr>
            </a:pPr>
            <a:r>
              <a:t>Target Student: Alex Anderson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2400">
                <a:solidFill>
                  <a:srgbClr val="F0F0F0"/>
                </a:solidFill>
              </a:defRPr>
            </a:pPr>
            <a:r>
              <a:t>Missing Subject: Software Engineering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2400">
                <a:solidFill>
                  <a:srgbClr val="F0F0F0"/>
                </a:solidFill>
              </a:defRPr>
            </a:pPr>
            <a:r>
              <a:t>HSC Software Engineering (Stage 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45F"/>
          </a:solidFill>
          <a:ln>
            <a:solidFill>
              <a:srgbClr val="19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Mathematical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Algorithm: Linear Regression with StandardScaler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Features: Maths Advanced, Physics, Modern History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Why ML? Captures subject correlations for fairer prediction than flat averaging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Libraries: pandas, numpy, scikit-learn, python-docx, python-pptx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Benefit: Mathematically rigorous and objective grade estimation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45F"/>
          </a:solidFill>
          <a:ln>
            <a:solidFill>
              <a:srgbClr val="19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Visual Proof of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Test Set RMSE: 4.96 marks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5-Fold Cross-Validation RMSE: 3.45 marks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Predicted Score (Alex): 85.8 / 100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Expected Error Margin: ±5.0 marks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Assessment: Error margin is acceptable for formative grade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45F"/>
          </a:solidFill>
          <a:ln>
            <a:solidFill>
              <a:srgbClr val="19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 (OOP)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AcademicPredictor class: encapsulates data pipeline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Methods: load_data(), clean_data(), train(), evaluate_rmse(), predict_student()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Benefits: modularity, reusability, maintainability, security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Design: separates concerns, avoids global state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Future-proof: easily adapted for other subjects or predictors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45F"/>
          </a:solidFill>
          <a:ln>
            <a:solidFill>
              <a:srgbClr val="19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Ethical Safeguards &amp; Bias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Privacy: Student names anonymized to hashed IDs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Data Security: raw data never overwritten, cleaned data separated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Bias Audit: compared error rates across subject-performance groups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Result: no strong disparate impact detected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Transparency: audit results logged and documented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45F"/>
          </a:solidFill>
          <a:ln>
            <a:solidFill>
              <a:srgbClr val="19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Final Verdict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Predicted Software Engineering Mark: 85.8 / 100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Confidence Interval: ±5.0 marks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Model Status: validated, tested, ethically audited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Submission Components: Code, Documentation, Cleaned Data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● Questions? Ask about methodology, privacy, accuracy, or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